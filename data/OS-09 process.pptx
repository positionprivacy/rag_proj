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324" r:id="rId2"/>
    <p:sldId id="2372" r:id="rId3"/>
    <p:sldId id="2373" r:id="rId4"/>
    <p:sldId id="2374" r:id="rId5"/>
    <p:sldId id="2375" r:id="rId6"/>
    <p:sldId id="2376" r:id="rId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374B"/>
    <a:srgbClr val="B3B3B4"/>
    <a:srgbClr val="BD3247"/>
    <a:srgbClr val="FF2F92"/>
    <a:srgbClr val="941100"/>
    <a:srgbClr val="212121"/>
    <a:srgbClr val="005493"/>
    <a:srgbClr val="9437FF"/>
    <a:srgbClr val="73FE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3" autoAdjust="0"/>
    <p:restoredTop sz="90612" autoAdjust="0"/>
  </p:normalViewPr>
  <p:slideViewPr>
    <p:cSldViewPr>
      <p:cViewPr varScale="1">
        <p:scale>
          <a:sx n="136" d="100"/>
          <a:sy n="136" d="100"/>
        </p:scale>
        <p:origin x="232" y="8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3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进程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华志超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9FE5A7C0-5E30-B47A-C52C-4BD70AC1253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2069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进程切换的全过程（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）：</a:t>
            </a:r>
            <a:r>
              <a:rPr kumimoji="1" lang="en-US" altLang="zh-CN" dirty="0"/>
              <a:t>p0</a:t>
            </a:r>
            <a:r>
              <a:rPr kumimoji="1" lang="zh-CN" altLang="en-US" dirty="0"/>
              <a:t>进入内核态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由硬件完成部分寄存器保存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分别自动保存到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SPSR_EL1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588315-A365-1729-8218-FC591E9D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335" y="2428066"/>
            <a:ext cx="4371330" cy="313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1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3000" dirty="0"/>
              <a:t>进程切换的全过程（</a:t>
            </a:r>
            <a:r>
              <a:rPr kumimoji="1" lang="en-US" altLang="zh-CN" sz="3000" dirty="0"/>
              <a:t>2</a:t>
            </a:r>
            <a:r>
              <a:rPr kumimoji="1" lang="zh-CN" altLang="en-US" sz="3000" dirty="0"/>
              <a:t>）：</a:t>
            </a:r>
            <a:r>
              <a:rPr kumimoji="1" lang="en-US" altLang="zh-CN" sz="3000" dirty="0"/>
              <a:t>p0</a:t>
            </a:r>
            <a:r>
              <a:rPr kumimoji="1" lang="zh-CN" altLang="en-US" sz="3000" dirty="0"/>
              <a:t>处理器上下文保存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将处理器中的寄存器值保存到处理器上下文对应的位置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BF13F9-B8B0-132B-E1F7-A62F555F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50" y="2457783"/>
            <a:ext cx="4354196" cy="30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06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000" dirty="0"/>
              <a:t>进程切换的全过程（</a:t>
            </a:r>
            <a:r>
              <a:rPr kumimoji="1" lang="en-US" altLang="zh-CN" sz="3000" dirty="0"/>
              <a:t>3.1</a:t>
            </a:r>
            <a:r>
              <a:rPr kumimoji="1" lang="zh-CN" altLang="en-US" sz="3000" dirty="0"/>
              <a:t>）：虚拟地址空间切换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设置页表相关寄存器（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中保存的页表基地址赋值给</a:t>
            </a:r>
            <a:r>
              <a:rPr kumimoji="1" lang="en-US" altLang="zh-CN" dirty="0"/>
              <a:t>TTBR0_EL1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27E23C-3AB6-D5C9-57B2-B5326FF8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2709798"/>
            <a:ext cx="3971527" cy="276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75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3.2</a:t>
            </a:r>
            <a:r>
              <a:rPr kumimoji="1" lang="zh-CN" altLang="en-US" sz="3200" dirty="0"/>
              <a:t>）：内核栈切换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设置内核中的栈寄存器</a:t>
            </a:r>
            <a:r>
              <a:rPr kumimoji="1" lang="en-US" altLang="zh-CN" dirty="0"/>
              <a:t>SP_EL1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中保存的内核栈顶地址赋值给</a:t>
            </a:r>
            <a:r>
              <a:rPr kumimoji="1" lang="en-US" altLang="zh-CN" dirty="0"/>
              <a:t>SP_EL1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058295-D5BA-DFD5-AD2A-1115BAD6A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0" y="2379446"/>
            <a:ext cx="4390380" cy="31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01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3.3</a:t>
            </a:r>
            <a:r>
              <a:rPr kumimoji="1" lang="zh-CN" altLang="en-US" sz="3200" dirty="0"/>
              <a:t>）：进程上下文切换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 err="1"/>
              <a:t>cur_proc</a:t>
            </a:r>
            <a:r>
              <a:rPr kumimoji="1" lang="zh-CN" altLang="en-US" dirty="0"/>
              <a:t>为之后要执行的进程（</a:t>
            </a:r>
            <a:r>
              <a:rPr kumimoji="1" lang="en-US" altLang="zh-CN" dirty="0"/>
              <a:t>p1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表明之后操作系统将以</a:t>
            </a:r>
            <a:r>
              <a:rPr kumimoji="1" lang="en-US" altLang="zh-CN" dirty="0"/>
              <a:t>p1</a:t>
            </a:r>
            <a:r>
              <a:rPr kumimoji="1" lang="zh-CN" altLang="en-US" dirty="0"/>
              <a:t>的身份运行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DCD31D2-07D8-454E-30EB-602CE5A29E18}"/>
              </a:ext>
            </a:extLst>
          </p:cNvPr>
          <p:cNvCxnSpPr/>
          <p:nvPr/>
        </p:nvCxnSpPr>
        <p:spPr>
          <a:xfrm>
            <a:off x="5934981" y="2425452"/>
            <a:ext cx="0" cy="32895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AE9CB084-F197-7E18-FEC6-CD7C54455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592" y="2488176"/>
            <a:ext cx="1646918" cy="3701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B70904-25F2-C3AB-40E0-2B43EAE50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494545"/>
            <a:ext cx="4390380" cy="31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55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62554</TotalTime>
  <Words>178</Words>
  <Application>Microsoft Office PowerPoint</Application>
  <PresentationFormat>全屏显示(16:10)</PresentationFormat>
  <Paragraphs>23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DengXian</vt:lpstr>
      <vt:lpstr>Arial</vt:lpstr>
      <vt:lpstr>Calibri</vt:lpstr>
      <vt:lpstr>Office 主题​​</vt:lpstr>
      <vt:lpstr>进程</vt:lpstr>
      <vt:lpstr>进程切换的全过程（1）：p0进入内核态</vt:lpstr>
      <vt:lpstr>进程切换的全过程（2）：p0处理器上下文保存</vt:lpstr>
      <vt:lpstr>进程切换的全过程（3.1）：虚拟地址空间切换</vt:lpstr>
      <vt:lpstr>进程切换的全过程（3.2）：内核栈切换</vt:lpstr>
      <vt:lpstr>进程切换的全过程（3.3）：进程上下文切换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小智 薛</cp:lastModifiedBy>
  <cp:revision>5033</cp:revision>
  <cp:lastPrinted>2016-06-13T07:55:34Z</cp:lastPrinted>
  <dcterms:created xsi:type="dcterms:W3CDTF">2017-11-24T09:35:45Z</dcterms:created>
  <dcterms:modified xsi:type="dcterms:W3CDTF">2025-12-11T08:12:43Z</dcterms:modified>
</cp:coreProperties>
</file>